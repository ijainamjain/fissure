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Fissure, reframed around the browser extension: scan the page you're on with one click, backed by a local service and gated by an explicit authorization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popup: connection dot, the active-tab URL read directly from the browser, the mandatory authorization checkbox that keeps the Scan button disabled, then the result card with severity and an Open report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is the heart of the project: mandatory checkbox, a server-side awaiting_authorization -&gt; authorize handshake, scope re-validated server-side, bearer token on loopback only, explicit-click-only, minimal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FISSURE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315200" y="641908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· local scan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440000">
            <a:off x="9966960" y="-457200"/>
            <a:ext cx="41148" cy="2926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 rot="1440000">
            <a:off x="10378440" y="91440"/>
            <a:ext cx="27432" cy="23774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Shape 2"/>
          <p:cNvSpPr/>
          <p:nvPr/>
        </p:nvSpPr>
        <p:spPr>
          <a:xfrm rot="1440000">
            <a:off x="10744200" y="548640"/>
            <a:ext cx="22860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&amp; Application Security — mini-project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FISSURE</a:t>
            </a:r>
            <a:endParaRPr lang="en-US" sz="9200" dirty="0"/>
          </a:p>
        </p:txBody>
      </p:sp>
      <p:sp>
        <p:nvSpPr>
          <p:cNvPr id="7" name="Shape 5"/>
          <p:cNvSpPr/>
          <p:nvPr/>
        </p:nvSpPr>
        <p:spPr>
          <a:xfrm>
            <a:off x="868680" y="3273552"/>
            <a:ext cx="1920240" cy="502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page you're on.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extension that fires a real vulnerability scan at the active tab —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local Fissure service, gated by an explicit authorization click.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5715000"/>
            <a:ext cx="1369771" cy="411480"/>
          </a:xfrm>
          <a:prstGeom prst="roundRect">
            <a:avLst>
              <a:gd name="adj" fmla="val 22222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715000"/>
            <a:ext cx="13697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1331" y="5715000"/>
            <a:ext cx="1638605" cy="411480"/>
          </a:xfrm>
          <a:prstGeom prst="roundRect">
            <a:avLst>
              <a:gd name="adj" fmla="val 22222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1331" y="5715000"/>
            <a:ext cx="16386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scan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42816" y="5715000"/>
            <a:ext cx="2355494" cy="411480"/>
          </a:xfrm>
          <a:prstGeom prst="roundRect">
            <a:avLst>
              <a:gd name="adj" fmla="val 22222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42816" y="5715000"/>
            <a:ext cx="23554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localhost-only 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1190" y="5715000"/>
            <a:ext cx="1997050" cy="411480"/>
          </a:xfrm>
          <a:prstGeom prst="roundRect">
            <a:avLst>
              <a:gd name="adj" fmla="val 22222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81190" y="5715000"/>
            <a:ext cx="19970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CLI scanner to a toolbar button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Fissure is a real active scanner.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puts it one click away: open any page you're authorized to test and scan it in place — no copy-pasting URLs into a terminal.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593592" cy="26517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6974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3832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where you 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97764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meets the tester in the browser — the tool is used the moment a suspicious page is in front of 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2423160"/>
            <a:ext cx="3593592" cy="26517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6974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542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3832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the page directly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397764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takes the active tab's URL and DOM straight from the browser — accurate, instant, free. No screenshots, no OCR.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5864" y="2423160"/>
            <a:ext cx="3593592" cy="265176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26974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189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338328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reframe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397764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“floating scan button” idea, done properly: an MV3 extension talking to a local service, not a fragile overlay.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EXTENSION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popup, one click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931920" cy="4977114"/>
          </a:xfrm>
          <a:prstGeom prst="roundRect">
            <a:avLst>
              <a:gd name="adj" fmla="val 2791"/>
            </a:avLst>
          </a:prstGeom>
          <a:solidFill>
            <a:srgbClr val="15171C"/>
          </a:solidFill>
          <a:ln w="12700">
            <a:solidFill>
              <a:srgbClr val="2A2E37"/>
            </a:solidFill>
            <a:prstDash val="solid"/>
          </a:ln>
          <a:effectLst>
            <a:outerShdw sx="100000" sy="100000" kx="0" ky="0" algn="bl" rotWithShape="0" blurRad="177800" dist="76200" dir="5400000">
              <a:srgbClr val="334155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4518" y="1676130"/>
            <a:ext cx="2080434" cy="39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2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</a:t>
            </a:r>
            <a:pPr indent="0" marL="0">
              <a:buNone/>
            </a:pPr>
            <a:r>
              <a:rPr lang="en-US" sz="1742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Fissure</a:t>
            </a:r>
            <a:endParaRPr lang="en-US" sz="1742" dirty="0"/>
          </a:p>
        </p:txBody>
      </p:sp>
      <p:sp>
        <p:nvSpPr>
          <p:cNvPr id="6" name="Text 4"/>
          <p:cNvSpPr txBox="1"/>
          <p:nvPr/>
        </p:nvSpPr>
        <p:spPr>
          <a:xfrm>
            <a:off x="2447698" y="1676130"/>
            <a:ext cx="1891303" cy="39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1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 ONLY</a:t>
            </a:r>
            <a:endParaRPr lang="en-US" sz="871" dirty="0"/>
          </a:p>
        </p:txBody>
      </p:sp>
      <p:sp>
        <p:nvSpPr>
          <p:cNvPr id="7" name="Shape 5"/>
          <p:cNvSpPr/>
          <p:nvPr/>
        </p:nvSpPr>
        <p:spPr>
          <a:xfrm>
            <a:off x="964518" y="2233567"/>
            <a:ext cx="129405" cy="129405"/>
          </a:xfrm>
          <a:prstGeom prst="ellipse">
            <a:avLst/>
          </a:prstGeom>
          <a:solidFill>
            <a:srgbClr val="46A75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13374" y="2153933"/>
            <a:ext cx="3374483" cy="29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3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local service</a:t>
            </a:r>
            <a:endParaRPr lang="en-US" sz="1143" dirty="0"/>
          </a:p>
        </p:txBody>
      </p:sp>
      <p:sp>
        <p:nvSpPr>
          <p:cNvPr id="9" name="Shape 7"/>
          <p:cNvSpPr/>
          <p:nvPr/>
        </p:nvSpPr>
        <p:spPr>
          <a:xfrm>
            <a:off x="964518" y="2621782"/>
            <a:ext cx="3374483" cy="418078"/>
          </a:xfrm>
          <a:prstGeom prst="roundRect">
            <a:avLst>
              <a:gd name="adj" fmla="val 13123"/>
            </a:avLst>
          </a:prstGeom>
          <a:solidFill>
            <a:srgbClr val="1D2026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4061" y="2621782"/>
            <a:ext cx="3175399" cy="418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4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http://localhost:8080/vulnerabilities/sqli/?id=1</a:t>
            </a:r>
            <a:endParaRPr lang="en-US" sz="1034" dirty="0"/>
          </a:p>
        </p:txBody>
      </p:sp>
      <p:sp>
        <p:nvSpPr>
          <p:cNvPr id="11" name="Shape 9"/>
          <p:cNvSpPr/>
          <p:nvPr/>
        </p:nvSpPr>
        <p:spPr>
          <a:xfrm>
            <a:off x="964518" y="3219035"/>
            <a:ext cx="3374483" cy="617162"/>
          </a:xfrm>
          <a:prstGeom prst="roundRect">
            <a:avLst>
              <a:gd name="adj" fmla="val 8890"/>
            </a:avLst>
          </a:prstGeom>
          <a:solidFill>
            <a:srgbClr val="22262F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3923" y="3368349"/>
            <a:ext cx="238901" cy="238901"/>
          </a:xfrm>
          <a:prstGeom prst="roundRect">
            <a:avLst>
              <a:gd name="adj" fmla="val 15310"/>
            </a:avLst>
          </a:prstGeom>
          <a:solidFill>
            <a:srgbClr val="2F6D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3923" y="3348440"/>
            <a:ext cx="238901" cy="238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1462230" y="3219035"/>
            <a:ext cx="2777230" cy="617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authorized to security-test this target.</a:t>
            </a:r>
            <a:endParaRPr lang="en-US" sz="1143" dirty="0"/>
          </a:p>
        </p:txBody>
      </p:sp>
      <p:sp>
        <p:nvSpPr>
          <p:cNvPr id="15" name="Shape 13"/>
          <p:cNvSpPr/>
          <p:nvPr/>
        </p:nvSpPr>
        <p:spPr>
          <a:xfrm>
            <a:off x="964518" y="4035282"/>
            <a:ext cx="3374483" cy="547483"/>
          </a:xfrm>
          <a:prstGeom prst="roundRect">
            <a:avLst>
              <a:gd name="adj" fmla="val 10021"/>
            </a:avLst>
          </a:prstGeom>
          <a:solidFill>
            <a:srgbClr val="2F6D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4518" y="4035282"/>
            <a:ext cx="3374483" cy="547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this page</a:t>
            </a:r>
            <a:endParaRPr lang="en-US" sz="1361" dirty="0"/>
          </a:p>
        </p:txBody>
      </p:sp>
      <p:sp>
        <p:nvSpPr>
          <p:cNvPr id="17" name="Shape 15"/>
          <p:cNvSpPr/>
          <p:nvPr/>
        </p:nvSpPr>
        <p:spPr>
          <a:xfrm>
            <a:off x="964518" y="4811712"/>
            <a:ext cx="3374483" cy="1343821"/>
          </a:xfrm>
          <a:prstGeom prst="roundRect">
            <a:avLst>
              <a:gd name="adj" fmla="val 5444"/>
            </a:avLst>
          </a:prstGeom>
          <a:solidFill>
            <a:srgbClr val="1D2026"/>
          </a:solidFill>
          <a:ln w="12700">
            <a:solidFill>
              <a:srgbClr val="2A2E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3923" y="4961025"/>
            <a:ext cx="945652" cy="298627"/>
          </a:xfrm>
          <a:prstGeom prst="roundRect">
            <a:avLst>
              <a:gd name="adj" fmla="val 45930"/>
            </a:avLst>
          </a:prstGeom>
          <a:solidFill>
            <a:srgbClr val="E548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3923" y="4961025"/>
            <a:ext cx="945652" cy="29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25" dirty="0"/>
          </a:p>
        </p:txBody>
      </p:sp>
      <p:sp>
        <p:nvSpPr>
          <p:cNvPr id="20" name="Text 18"/>
          <p:cNvSpPr txBox="1"/>
          <p:nvPr/>
        </p:nvSpPr>
        <p:spPr>
          <a:xfrm>
            <a:off x="2159026" y="4961025"/>
            <a:ext cx="1592676" cy="29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4" b="1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findings</a:t>
            </a:r>
            <a:endParaRPr lang="en-US" sz="1034" dirty="0"/>
          </a:p>
        </p:txBody>
      </p:sp>
      <p:sp>
        <p:nvSpPr>
          <p:cNvPr id="21" name="Shape 19"/>
          <p:cNvSpPr/>
          <p:nvPr/>
        </p:nvSpPr>
        <p:spPr>
          <a:xfrm>
            <a:off x="1093923" y="5359194"/>
            <a:ext cx="3115673" cy="79634"/>
          </a:xfrm>
          <a:prstGeom prst="roundRect">
            <a:avLst>
              <a:gd name="adj" fmla="val 45930"/>
            </a:avLst>
          </a:prstGeom>
          <a:solidFill>
            <a:srgbClr val="E548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3923" y="5528416"/>
            <a:ext cx="972196" cy="447940"/>
          </a:xfrm>
          <a:prstGeom prst="roundRect">
            <a:avLst>
              <a:gd name="adj" fmla="val 10207"/>
            </a:avLst>
          </a:prstGeom>
          <a:solidFill>
            <a:srgbClr val="2226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93923" y="5548325"/>
            <a:ext cx="972196" cy="25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6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6" dirty="0"/>
          </a:p>
        </p:txBody>
      </p:sp>
      <p:sp>
        <p:nvSpPr>
          <p:cNvPr id="24" name="Text 22"/>
          <p:cNvSpPr txBox="1"/>
          <p:nvPr/>
        </p:nvSpPr>
        <p:spPr>
          <a:xfrm>
            <a:off x="1093923" y="5797180"/>
            <a:ext cx="972196" cy="17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8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8" dirty="0"/>
          </a:p>
        </p:txBody>
      </p:sp>
      <p:sp>
        <p:nvSpPr>
          <p:cNvPr id="25" name="Shape 23"/>
          <p:cNvSpPr/>
          <p:nvPr/>
        </p:nvSpPr>
        <p:spPr>
          <a:xfrm>
            <a:off x="2165662" y="5528416"/>
            <a:ext cx="972196" cy="447940"/>
          </a:xfrm>
          <a:prstGeom prst="roundRect">
            <a:avLst>
              <a:gd name="adj" fmla="val 10207"/>
            </a:avLst>
          </a:prstGeom>
          <a:solidFill>
            <a:srgbClr val="2226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65662" y="5548325"/>
            <a:ext cx="972196" cy="25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6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6" dirty="0"/>
          </a:p>
        </p:txBody>
      </p:sp>
      <p:sp>
        <p:nvSpPr>
          <p:cNvPr id="27" name="Text 25"/>
          <p:cNvSpPr txBox="1"/>
          <p:nvPr/>
        </p:nvSpPr>
        <p:spPr>
          <a:xfrm>
            <a:off x="2165662" y="5797180"/>
            <a:ext cx="972196" cy="17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8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8" dirty="0"/>
          </a:p>
        </p:txBody>
      </p:sp>
      <p:sp>
        <p:nvSpPr>
          <p:cNvPr id="28" name="Shape 26"/>
          <p:cNvSpPr/>
          <p:nvPr/>
        </p:nvSpPr>
        <p:spPr>
          <a:xfrm>
            <a:off x="3237400" y="5528416"/>
            <a:ext cx="972196" cy="447940"/>
          </a:xfrm>
          <a:prstGeom prst="roundRect">
            <a:avLst>
              <a:gd name="adj" fmla="val 10207"/>
            </a:avLst>
          </a:prstGeom>
          <a:solidFill>
            <a:srgbClr val="2226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37400" y="5548325"/>
            <a:ext cx="972196" cy="25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6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6" dirty="0"/>
          </a:p>
        </p:txBody>
      </p:sp>
      <p:sp>
        <p:nvSpPr>
          <p:cNvPr id="30" name="Text 28"/>
          <p:cNvSpPr txBox="1"/>
          <p:nvPr/>
        </p:nvSpPr>
        <p:spPr>
          <a:xfrm>
            <a:off x="3237400" y="5797180"/>
            <a:ext cx="972196" cy="179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8" spc="100" kern="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8" dirty="0"/>
          </a:p>
        </p:txBody>
      </p:sp>
      <p:sp>
        <p:nvSpPr>
          <p:cNvPr id="31" name="Shape 29"/>
          <p:cNvSpPr/>
          <p:nvPr/>
        </p:nvSpPr>
        <p:spPr>
          <a:xfrm>
            <a:off x="5257800" y="150876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5780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1472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dot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18379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local Fissure service is connected before anything runs.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257800" y="24505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25780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24140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Active-tab URL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27797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from the browser — exactly what will be scanned, shown back to you.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257800" y="339242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5780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852160" y="33558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checkbox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852160" y="37216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Mandatory. The scan button stays disabled until you confirm you're allowed to test this target.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257800" y="43342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25780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852160" y="4297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this page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5852160" y="4663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the URL to the localhost service; a progress bar runs while modules fire.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257800" y="5276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22D3E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2578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5852160" y="52395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card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5852160" y="56052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label, finding count, per-severity tiles — and an Open report link for the full HTML.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→ local service → scan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extension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MV3 · popup UI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activeTab + storage perms only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host_permissions: localhost /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only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tab URL + DOM directly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059936" y="1783080"/>
            <a:ext cx="402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490"/>
                </a:solidFill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98848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27448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service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331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127.0.0.1:8750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ThreadingHTTP bound to loopback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on every request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CORS; token never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to the page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55864" y="1783080"/>
            <a:ext cx="402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46E5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94776" y="17830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23376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Fissure engine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23376" y="23317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scanner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→ 9 modules → score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re-validated server-side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self-contained HTML</a:t>
            </a:r>
            <a:endParaRPr lang="en-US" sz="110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11155680" cy="201168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41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flow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348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/scan                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{url}  </a:t>
            </a: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awaiting_authorization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77316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/scan/&lt;id&gt;/authorize 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{approved:true}  </a:t>
            </a: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running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1149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/scan/&lt;id&gt;          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status + summary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49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/scan/&lt;id&gt;/report    </a:t>
            </a:r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full HTML report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CENTERPIECE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runs without authorization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sends real attack payloads, so consent is enforced in layers — the checkbox is only the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1214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checkbox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24688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authorized to security-test this target.” The Scan button is disabled until it's ticked.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402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76872" y="21214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handshake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4688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/scan only stages the job (awaiting_authorization); a separate /authorize call must approve it before any payload fires.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6118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34930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re-validation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38404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re-checks the target itself — the extension's claim is never trusted. Public hosts refused unless allow_public.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3375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6118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34930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Bearer token, loopback only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8404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binds 127.0.0.1 and requires a per-launch token on every request; CORS is locked down so the token stays out of pages.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7091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9834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07592" y="48646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click only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1307592" y="52120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a deliberate action — never continuous capture. A clean responsible-disclosure story.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7091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98348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64748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48646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permissions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52120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activeTab + storage and localhost hosts only — the extension can't reach arbitrary sites.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BEHIND THE BUTTON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click actually runs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5331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crawls the target, harvests every parameter and form field, and fires each module — nine checks, each mapped to a CWE.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2140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4825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591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194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CWE-89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192024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8848" y="212140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8848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204825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3591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2194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29016" y="192024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212140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11896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60536" y="204825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860536" y="23591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616184" y="21945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CWE-78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92608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1272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05409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traversal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36499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/ LFI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990088" y="32004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CWE-22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15968" y="292608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98848" y="31272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9884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47488" y="305409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047488" y="336499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injection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03136" y="32004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CWE-1336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29016" y="292608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12724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0E74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11896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60536" y="305409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860536" y="336499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misconfig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616184" y="32004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CWE-942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393192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5800" y="413308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0E74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234440" y="405993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234440" y="43708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redirect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2990088" y="42062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CWE-601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15968" y="393192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98848" y="413308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498848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047488" y="405993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047488" y="43708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files / listing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803136" y="42062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CWE-538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29016" y="3931920"/>
            <a:ext cx="3630168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8900" dist="38100" dir="5400000">
              <a:srgbClr val="94A3B8">
                <a:alpha val="2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311896" y="4133088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311896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860536" y="405993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8860536" y="43708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cookie flags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10616184" y="42062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CWE-693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by default where needed — </a:t>
            </a:r>
            <a:pPr indent="0" marL="0">
              <a:buNone/>
            </a:pPr>
            <a:r>
              <a:rPr lang="en-US" sz="135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token-aware form login + auto re-login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Heuristic hits flagged </a:t>
            </a:r>
            <a:pPr indent="0" marL="0">
              <a:buNone/>
            </a:pPr>
            <a:r>
              <a:rPr lang="en-US" sz="13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confirmed: false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tool never over-claims.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COMES 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result in the popup, a report in a tab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100584" cy="731520"/>
          </a:xfrm>
          <a:prstGeom prst="roundRect">
            <a:avLst>
              <a:gd name="adj" fmla="val 45455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In-popup card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305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label, finding count, per-severity tiles — the verdict at a glance.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990088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46120"/>
            <a:ext cx="100584" cy="731520"/>
          </a:xfrm>
          <a:prstGeom prst="roundRect">
            <a:avLst>
              <a:gd name="adj" fmla="val 45455"/>
            </a:avLst>
          </a:prstGeom>
          <a:solidFill>
            <a:srgbClr val="818C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report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5204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opens the full self-contained report: evidence per finding, in a normal tab.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379976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636008"/>
            <a:ext cx="100584" cy="731520"/>
          </a:xfrm>
          <a:prstGeom prst="roundRect">
            <a:avLst>
              <a:gd name="adj" fmla="val 45455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544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· SARIF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91032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with CWE ids; SARIF feeds CI / GitHub code-scanning.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20116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19202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the VulnLab benchmark (9/9, 0 FP)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20040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2918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32004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— scope, auth, modules, SARIF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448056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572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448056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DVWA in Docker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 IN THE POPUP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extension becomes the agent's UI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popup option — 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“Pentest with AI”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hands the same localhost service to a Claude-orchestrated agent that drives the Fissure toolbelt.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86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Plans, doesn't detect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5351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what to test next, chains findings and writes the report. Detection stays deterministic — zero LLM tokens.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24231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823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86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safety rails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5351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payload denylist and state-change approval live in the tool layer, so the model can't be prompt-injected past the authorization gate.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50208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4224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0E74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state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548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findings JSON, request/response pairs and the DOM — not screenshots. Pixels only confirm a rendered XSS.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50208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12700">
            <a:solidFill>
              <a:srgbClr val="C7C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42245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28232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7548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14-tool registry, guardrails and engagement memory with --resume exist and are offline-tested; verified live driving all modules.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7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120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411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— and extensible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MV3 extension — popup UI, authorized-use gate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service (127.0.0.1:8750) with bearer-token API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 handshake + scope re-validation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— 9 modules, auth, scoring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HTML / SARIF reports, opened from the popup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✓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core driving the same toolbelt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1E2A38"/>
          </a:solidFill>
          <a:ln w="12700">
            <a:solidFill>
              <a:srgbClr val="2B3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“Pentest with AI” mode in the popup + extension icon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streamed per module into the popup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Claude run on paid Anthropic credits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Worker-model routing for bulk triage &amp; report prose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→"/>
            </a:pPr>
            <a:r>
              <a:rPr lang="en-US" sz="13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Stored-XSS, CSRF-token awareness, multi-step crawl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5212080"/>
            <a:ext cx="19202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scan, one click from the page you're on — and consent enforced every step of the way.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ssure">
  <a:themeElements>
    <a:clrScheme name="Fissure">
      <a:dk1>
        <a:srgbClr val="0E1116"/>
      </a:dk1>
      <a:lt1>
        <a:srgbClr val="FFFFFF"/>
      </a:lt1>
      <a:dk2>
        <a:srgbClr val="141B24"/>
      </a:dk2>
      <a:lt2>
        <a:srgbClr val="EEF2F7"/>
      </a:lt2>
      <a:accent1>
        <a:srgbClr val="22D3EE"/>
      </a:accent1>
      <a:accent2>
        <a:srgbClr val="F59E0B"/>
      </a:accent2>
      <a:accent3>
        <a:srgbClr val="34D399"/>
      </a:accent3>
      <a:accent4>
        <a:srgbClr val="F87171"/>
      </a:accent4>
      <a:accent5>
        <a:srgbClr val="818CF8"/>
      </a:accent5>
      <a:accent6>
        <a:srgbClr val="94A3B8"/>
      </a:accent6>
      <a:hlink>
        <a:srgbClr val="22D3EE"/>
      </a:hlink>
      <a:folHlink>
        <a:srgbClr val="818CF8"/>
      </a:folHlink>
    </a:clrScheme>
    <a:fontScheme name="Fiss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Fissure — Scan the page you're on</dc:title>
  <dc:subject>PptxGenJS Presentation</dc:subject>
  <dc:creator>Fissure</dc:creator>
  <cp:lastModifiedBy>Fissure</cp:lastModifiedBy>
  <cp:revision>1</cp:revision>
  <dcterms:created xsi:type="dcterms:W3CDTF">2026-10-17T04:38:48Z</dcterms:created>
  <dcterms:modified xsi:type="dcterms:W3CDTF">2026-10-17T04:38:48Z</dcterms:modified>
</cp:coreProperties>
</file>